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DISTRITAL FRANCISCO JOSÉ DE CALDAS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PrimeFaces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aplicados al proyecto VillamilWebUD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2834640"/>
            <a:ext cx="914400" cy="36576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Villamil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— Grupo 31 —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Noé Arcos Muñoz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1772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github.com/Alejandrop1i/VillamilWebUD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la presentación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PrimeFaces?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371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&lt;p:menubar&gt; — Menú de navegación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&lt;p:panel&gt; — Contenedor plegable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&lt;p:dataTable&gt; — Tabla avanzada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&lt;p:accordionPanel&gt; — Acordeón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&lt;p:dialog&gt; — Ventana modal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3444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&lt;p:chart&gt; — Gráficas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703320"/>
            <a:ext cx="640080" cy="6400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referencias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PrimeFaces?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componentes UI para Jakarta Faces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PrimeFaces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librería de código abierto que provee más de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componentes UI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(tablas, gráficas, diálogos, calendarios, menús, validadores) integrados con el ciclo de vida JSF y con soporte AJAX nativo.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606040"/>
            <a:ext cx="164592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proyecto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Dependencia Maven (pom.xml):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127248"/>
            <a:ext cx="4754880" cy="13258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45720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&lt;groupId&gt;org.primefaces&lt;/groupId&gt;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&lt;artifactId&gt;primefaces&lt;/artifactId&gt;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&lt;version&gt;14.0.0&lt;/version&gt;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&lt;classifier&gt;jakarta&lt;/classifier&gt;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Namespace en cada vista XHTML: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481328"/>
            <a:ext cx="3657600" cy="114300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554480"/>
            <a:ext cx="3474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xmlns="http://www.w3.org/1999/xhtml"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xmlns:h="jakarta.faces.html"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xmlns:f="jakarta.faces.core"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xmlns:p="primefaces"&gt;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proyecto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03580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9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POJOs + DAO en /asp/modelo y /cdt/modelo.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9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beans CDI en /asp/bean y /cdt/bean.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9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XHTML en /webapp (4 vistas + cdt.xhtml).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1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&lt;p:menubar&gt;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menú horizontal para la navegación principal del sitio. Soporta enlaces, acciones, sub-menús, iconos PrimeIcons y un área a la derecha para logo o acciones del usuario.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menú generado en el bean (alternativa a items declarativos).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styleClass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CSS adicional sobre el elemento raíz.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autoDisplay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los submenús se abren al pasar el mouse (por defecto).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tabindex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Posición de tabulación para accesibilidad.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widgetVar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JavaScript para controlar el menú desde el cliente.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&lt;p:menubar styleClass="ud-menubar"&gt;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&lt;p:menuitem value="Inicio"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url="index.xhtml"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icon="pi pi-home"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&lt;p:menuitem value="Registro Aspirante"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url="registro.xhtml"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icon="pi pi-user-plus"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&lt;p:menuitem value="Administrador"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url="admin.xhtml"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icon="pi pi-cog"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&lt;p:menuitem value="Simulador CDT"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url="cdt.xhtml"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icon="pi pi-calculator"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&lt;f:facet name="options"&gt;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&lt;h:outputText value="VillamilWebUD"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&lt;/f:facet&gt;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&lt;/p:menubar&gt;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4 vistas (index, registro, admin, cdt) reemplazando el navbar Bootstrap.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2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&lt;p:panel&gt;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cabecera y cuerpo, ideal para agrupar formularios. El atributo toggleable permite plegarlo y desplegarlo con animación.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de la cabecera del panel.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toggleable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permite plegar y desplegar (default false).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toggleSpeed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en ms de la animación (default 500).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closable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un botón ✕ que oculta el panel.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collapsed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inicial: si arranca plegado o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&lt;p:panel id="panelFormAsp"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header="Formulario Aspirante"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toggleable="true"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toggleSpeed="300"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styleClass="ud-panel mt-4"&gt;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&lt;f:facet name="footer"&gt;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&lt;h:outputText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value="Complete los campos (*)"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&lt;/f:facet&gt;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&lt;h:form prependId="false"&gt;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campos del formulario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&lt;/h:form&gt;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&lt;/p:panel&gt;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registro.xhtml — envuelve el formulario de registro de aspirantes.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3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&lt;p:dataTable&gt;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avanzada con paginación, ordenamiento por columna, filtros, selección, exportación y AJAX. Reemplaza por completo a h:dataTable y es el componente más usado de PrimeFaces.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 / var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que alimenta la tabla y nombre de variable por fila.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paginator / rows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 paginador y define filas por página.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rowsPerPageTemplate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de tamaño de página, ej. "5,10,20".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sortBy / filterBy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Ordenamiento y filtrado declarativo en p:column.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emptyMessage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cuando no hay datos.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&lt;p:dataTable id="tablaAspirantes"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value="#{asp.listaAs}"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var="aspirante"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paginator="true"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rows="5"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rowsPerPageTemplate="5,10,20"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emptyMessage="Sin aspirantes."&gt;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&lt;p:column headerText="Identificación"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sortBy="#{aspirante.id_p}"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filterBy="#{aspirante.id_p}"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filterMatchMode="contains"&gt;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&lt;h:outputText value="#{aspirante.id_p}"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&lt;/p:column&gt;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más p:column ...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&lt;/p:dataTable&gt;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admin.xhtml (lista aspirantes con filtros) y en cdt.xhtml (historial de simulaciones).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4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&lt;p:accordionPanel&gt;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de secciones plegables. Por defecto solo una pestaña p:tab está abierta a la vez. Útil para presentar información extensa categorizada.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activeIndex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la pestaña abierta al cargar la página.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multiple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 tener varias pestañas abiertas simultáneamente.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el contenido de cada pestaña solo al activarla (lazy).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cache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 el contenido tras la primera carga.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styleClass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CSS adicional.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&lt;p:accordionPanel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id="accordionCdt"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activeIndex="0"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multiple="false"&gt;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&lt;p:tab title="Historial de simulaciones"&gt;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&lt;p:dataTable value="#{cdt.historial}"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var="sim"&gt; ... &lt;/p:dataTable&gt;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&lt;/p:tab&gt;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&lt;p:tab title="Información del cálculo"&gt;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&lt;p&gt;ganancia = inv × tasa × días/360&lt;/p&gt;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&lt;/p:tab&gt;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&lt;p:tab title="Rangos válidos de entrada"&gt;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&lt;ul&gt;&lt;li&gt;Inversión: $100k — $5.000M&lt;/li&gt;&lt;/ul&gt;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&lt;/p:tab&gt;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&lt;/p:accordionPanel&gt;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cdt.xhtml — agrupa: historial de simulaciones, fórmula del cálculo y rangos válidos.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5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&lt;p:dialog&gt;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modal flotante. Se muestra/oculta por JavaScript a través de su widgetVar, normalmente en respuesta a un botón. Útil para confirmaciones o vistas de detalle.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header / widgetVar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y nombre JS para PF('var').show()/hide().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 el resto de la página mientras está abierto.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closable / resizable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✕ y posibilidad de redimensionar.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width / position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Dimensiones y posición inicial (center, top, etc.).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lazy: contenido al primer show().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Disparador (en una columna de la tabla)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&lt;p:commandButton value="Ver"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icon="pi pi-eye"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action="#{asp.verDetalle(aspirante)}"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update=":dlgDetalle"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oncomplete="PF('dlgDetalleAsp').show()"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Diálogo modal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&lt;p:dialog id="dlgDetalle"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header="Detalle del aspirante"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widgetVar="dlgDetalleAsp"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modal="true"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closable="true"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width="500"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position="center"&gt;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&lt;h:panelGrid columns="2"&gt;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&lt;h:outputText value="ID:"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&lt;h:outputText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value="#{asp.seleccionado.id_p}"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&lt;/h:panelGrid&gt;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&lt;/p:dialog&gt;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admin.xhtml — al pulsar «Ver» en la tabla, abre el diálogo con todos los datos del aspirante.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6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&lt;p:chart&gt;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estadísticas basadas en Chart.js. Soporta line, bar, pie, donut, polarArea, radar y bubble. Los datos provienen de modelos Java construidos en el bean.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64592" cy="246888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4206240" cy="2011680"/>
        </p:xfrm>
        <a:graphic>
          <a:graphicData uri="http://schemas.openxmlformats.org/drawingml/2006/table">
            <a:tbl>
              <a:tblPr/>
              <a:tblGrid>
                <a:gridCol w="1345997"/>
                <a:gridCol w="2860243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B5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| bar | pie | donut | polarArea | radar | bubble.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PieChartModel / BarChartModel / LineChartModel del bean.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style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Estilos CSS inline (alto y ancho del lienzo).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 el tamaño automáticamente al contenedor.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738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JavaScript para personalizar opciones de Chart.js.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207008"/>
            <a:ext cx="164592" cy="246888"/>
          </a:xfrm>
          <a:prstGeom prst="rect">
            <a:avLst/>
          </a:prstGeom>
          <a:solidFill>
            <a:srgbClr val="78A890"/>
          </a:solidFill>
          <a:ln w="12700">
            <a:solidFill>
              <a:srgbClr val="78A8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(extraído del proyecto)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206240" cy="2926080"/>
          </a:xfrm>
          <a:prstGeom prst="rect">
            <a:avLst/>
          </a:prstGeom>
          <a:solidFill>
            <a:srgbClr val="0E1F38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81912"/>
            <a:ext cx="40233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Vista (admin.xhtml)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&lt;p:chart type="pie"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model="#{asp.graficaPrograma}"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style="width:100%;height:320px;"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Bean (AspiranteBean.java)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PieChartModel getGraficaPrograma()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PieChartModel model = new PieChartModel();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ChartData data = new ChartData();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PieChartDataSet ds = new PieChartDataSet();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Map&lt;String,Integer&gt; conteo = new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LinkedHashMap&lt;&gt;();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(Aspirante a : listaAs) conteo.merge(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a.getPro_acad().getNombre_prog(),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1, Integer::sum);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ds.setData(new ArrayList&lt;&gt;(conteo.values()));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data.addChartDataSet(ds);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data.setLabels(new ArrayList&lt;&gt;(conteo.keySet()));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model.setData(data); return model;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8595360" cy="384048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admin.xhtml — gráfica de torta con la distribución de aspirantes por programa académico.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aprendido al integrar PrimeFaces en VillamilWebUD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13258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como p:dataTable reducen drásticamente el HTML/JS necesario. Lo que en Bootstrap puro requiere 30+ líneas, aquí se hace en 10.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3258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transparente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declaran #{bean.propiedad} y PrimeFaces se encarga de la comunicación AJAX vista ↔ controlador, sin scripts adicionales.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34640"/>
            <a:ext cx="73152" cy="13258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componentes elegidos cubren las necesidades típicas: navegación, agrupación, listados, formularios secundarios, detalle y reportes visuales.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34640"/>
            <a:ext cx="73152" cy="132588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con Bootstrap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PrimeFaces no implica abandonar Bootstrap; se usan en conjunto: PrimeFaces para componentes interactivos, Bootstrap para grilla y utilitarios.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consultada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41148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PrimeFaces Showcase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showcase.primefaces.org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978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interactivos por componente.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PrimeFaces User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primefaces.org/docs/guide/14_user_guide.pdf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oficial PrimeFaces 14.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Faces 4.0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jakarta.ee/specifications/faces/4.0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oficial JSF.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CDI 4.0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jakarta.ee/specifications/cdi/4.0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inyección de dependencias.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tomcat.apache.org/tomcat-10.1-doc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contenedor servlet.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getbootstrap.com/docs/5.3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grillas y utilidades CSS.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45720" cy="36576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7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chartjs.org/docs/latest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subyacente de p:chart.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92B5A"/>
          </a:solidFill>
          <a:ln w="12700">
            <a:solidFill>
              <a:srgbClr val="092B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VillamilWebUD · PrimeFaces · David Villamil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45720"/>
          </a:xfrm>
          <a:prstGeom prst="rect">
            <a:avLst/>
          </a:prstGeom>
          <a:solidFill>
            <a:srgbClr val="09738A"/>
          </a:solidFill>
          <a:ln w="12700">
            <a:solidFill>
              <a:srgbClr val="09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Villamil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— Grupo 31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7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Distrital Francisco José de Caldas — 2026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8A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github.com/Alejandrop1i/VillamilWebUD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Componentes de PrimeFaces aplicados al proyecto VillamilWebUD</dc:title>
  <dc:subject>Programación Avanzada — Universidad Distrital — 2026</dc:subject>
  <dc:creator>David Villamil</dc:creator>
  <cp:lastModifiedBy>David Villamil</cp:lastModifiedBy>
  <cp:revision>1</cp:revision>
  <dcterms:created xsi:type="dcterms:W3CDTF">2026-05-07T03:15:23Z</dcterms:created>
  <dcterms:modified xsi:type="dcterms:W3CDTF">2026-05-07T03:15:23Z</dcterms:modified>
</cp:coreProperties>
</file>